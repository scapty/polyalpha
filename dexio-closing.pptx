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xio.trade" TargetMode="External"/><Relationship Id="rId1" Type="http://schemas.openxmlformats.org/officeDocument/2006/relationships/image" Target="../media/Slide-1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0" y="3200400"/>
            <a:ext cx="2194560" cy="0"/>
          </a:xfrm>
          <a:prstGeom prst="line">
            <a:avLst/>
          </a:prstGeom>
          <a:noFill/>
          <a:ln w="10160">
            <a:solidFill>
              <a:srgbClr val="2DD4A8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FNCE313 · Group 7 · Professor Pagnotta · SMU</a:t>
            </a:r>
            <a:endParaRPr lang="en-US" sz="120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0" y="3840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2DD4A8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dexio.trade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2D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Dexio - Thank You</dc:title>
  <dc:subject>PptxGenJS Presentation</dc:subject>
  <dc:creator>PptxGenJS</dc:creator>
  <cp:lastModifiedBy>PptxGenJS</cp:lastModifiedBy>
  <cp:revision>1</cp:revision>
  <dcterms:created xsi:type="dcterms:W3CDTF">2026-03-30T08:53:57Z</dcterms:created>
  <dcterms:modified xsi:type="dcterms:W3CDTF">2026-03-30T08:53:57Z</dcterms:modified>
</cp:coreProperties>
</file>