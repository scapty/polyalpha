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5303520" cy="3474720"/>
          </a:xfrm>
          <a:prstGeom prst="rect">
            <a:avLst/>
          </a:prstGeom>
          <a:solidFill>
            <a:srgbClr val="08080D">
              <a:alpha val="70000"/>
            </a:srgbClr>
          </a:solidFill>
          <a:ln w="3810">
            <a:solidFill>
              <a:srgbClr val="2DD4A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31520"/>
            <a:ext cx="54864" cy="3474720"/>
          </a:xfrm>
          <a:prstGeom prst="rect">
            <a:avLst/>
          </a:prstGeom>
          <a:solidFill>
            <a:srgbClr val="2DD4A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Really Owns the Alpha</a:t>
            </a:r>
            <a:endParaRPr lang="en-US" sz="3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Prediction Markets?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vs. Humans · What "skill" looks like when speed and information are unevenly distributed.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FNCE313 · Group 7 · Professor Pagnotta · SMU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2700000">
            <a:off x="320040" y="228600"/>
            <a:ext cx="137160" cy="137160"/>
          </a:xfrm>
          <a:prstGeom prst="rect">
            <a:avLst/>
          </a:prstGeom>
          <a:solidFill>
            <a:srgbClr val="2DD4A8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D4A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dexio.trade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Really Owns the Alpha on Prediction Markets?</dc:title>
  <dc:subject>PptxGenJS Presentation</dc:subject>
  <dc:creator>PptxGenJS</dc:creator>
  <cp:lastModifiedBy>PptxGenJS</cp:lastModifiedBy>
  <cp:revision>1</cp:revision>
  <dcterms:created xsi:type="dcterms:W3CDTF">2026-03-30T08:29:32Z</dcterms:created>
  <dcterms:modified xsi:type="dcterms:W3CDTF">2026-03-30T08:29:32Z</dcterms:modified>
</cp:coreProperties>
</file>